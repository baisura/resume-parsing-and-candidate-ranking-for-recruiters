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EDC16F-27EC-4265-9112-420C62E8CE55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22D9D1-63F9-4E7D-A5EC-35F678E1A73D}">
      <dgm:prSet phldrT="[Text]"/>
      <dgm:spPr/>
      <dgm:t>
        <a:bodyPr/>
        <a:lstStyle/>
        <a:p>
          <a:r>
            <a:rPr lang="en-US" b="1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1.Input Resume &amp; Job </a:t>
          </a:r>
          <a:r>
            <a:rPr lang="en-US" b="1" i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Description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5AB31E-F913-426B-B4AF-F57D255A96F5}" type="parTrans" cxnId="{FCFBFE2B-479E-4056-9211-BDDA340712E2}">
      <dgm:prSet/>
      <dgm:spPr/>
      <dgm:t>
        <a:bodyPr/>
        <a:lstStyle/>
        <a:p>
          <a:endParaRPr lang="en-US"/>
        </a:p>
      </dgm:t>
    </dgm:pt>
    <dgm:pt modelId="{C15CC138-FB66-47EC-803D-E12DCA6D2881}" type="sibTrans" cxnId="{FCFBFE2B-479E-4056-9211-BDDA340712E2}">
      <dgm:prSet/>
      <dgm:spPr/>
      <dgm:t>
        <a:bodyPr/>
        <a:lstStyle/>
        <a:p>
          <a:endParaRPr lang="en-US"/>
        </a:p>
      </dgm:t>
    </dgm:pt>
    <dgm:pt modelId="{4BC58286-6076-4386-84F2-E862704E36C4}">
      <dgm:prSet phldrT="[Text]" custT="1"/>
      <dgm:spPr/>
      <dgm:t>
        <a:bodyPr/>
        <a:lstStyle/>
        <a:p>
          <a:r>
            <a:rPr lang="en-US" sz="1200" b="0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Candidates submit resumes in various formats (PDF, DOCX, text) and recruiters provide job description text</a:t>
          </a:r>
          <a:r>
            <a:rPr lang="en-US" sz="1100" b="0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469B4A-3A24-49DA-9B33-CE825D0F1BC6}" type="parTrans" cxnId="{350805CE-5791-4FF1-A03E-3614104203D3}">
      <dgm:prSet/>
      <dgm:spPr/>
      <dgm:t>
        <a:bodyPr/>
        <a:lstStyle/>
        <a:p>
          <a:endParaRPr lang="en-US"/>
        </a:p>
      </dgm:t>
    </dgm:pt>
    <dgm:pt modelId="{B3799C06-7DD6-477C-BE55-90D9E5EDC5B2}" type="sibTrans" cxnId="{350805CE-5791-4FF1-A03E-3614104203D3}">
      <dgm:prSet/>
      <dgm:spPr/>
      <dgm:t>
        <a:bodyPr/>
        <a:lstStyle/>
        <a:p>
          <a:endParaRPr lang="en-US"/>
        </a:p>
      </dgm:t>
    </dgm:pt>
    <dgm:pt modelId="{A2E1BB9B-7EF9-44CE-BFA7-771DBE8F2C4A}">
      <dgm:prSet phldrT="[Text]"/>
      <dgm:spPr/>
      <dgm:t>
        <a:bodyPr/>
        <a:lstStyle/>
        <a:p>
          <a:r>
            <a:rPr lang="en-US" b="1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2.Resume Extraction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BA69E8-0ACC-48EE-8BFB-FFA78F6E7781}" type="parTrans" cxnId="{4D9CCDA4-7A75-49E1-8080-C522C04F2719}">
      <dgm:prSet/>
      <dgm:spPr/>
      <dgm:t>
        <a:bodyPr/>
        <a:lstStyle/>
        <a:p>
          <a:endParaRPr lang="en-US"/>
        </a:p>
      </dgm:t>
    </dgm:pt>
    <dgm:pt modelId="{34BF7FCB-AF6D-40FB-A932-2EA2D7B4E12E}" type="sibTrans" cxnId="{4D9CCDA4-7A75-49E1-8080-C522C04F2719}">
      <dgm:prSet/>
      <dgm:spPr/>
      <dgm:t>
        <a:bodyPr/>
        <a:lstStyle/>
        <a:p>
          <a:endParaRPr lang="en-US"/>
        </a:p>
      </dgm:t>
    </dgm:pt>
    <dgm:pt modelId="{50158C64-102C-4134-80DB-114654CE9D0A}">
      <dgm:prSet phldrT="[Text]" custT="1"/>
      <dgm:spPr/>
      <dgm:t>
        <a:bodyPr/>
        <a:lstStyle/>
        <a:p>
          <a:r>
            <a:rPr lang="en-US" sz="1200" b="0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Use NLP-powered Resume Extraction Agent to parse candidate details such as personal info, skills, experience, and education from the resume text</a:t>
          </a:r>
          <a:r>
            <a:rPr lang="en-US" sz="1100" b="0" i="0" dirty="0" smtClean="0"/>
            <a:t>.</a:t>
          </a:r>
          <a:endParaRPr lang="en-US" sz="1100" dirty="0"/>
        </a:p>
      </dgm:t>
    </dgm:pt>
    <dgm:pt modelId="{E5A91DED-70ED-4E02-B4A3-B330D0B38E5C}" type="parTrans" cxnId="{C3BDAEA3-27C8-4F25-A280-2EF406D60224}">
      <dgm:prSet/>
      <dgm:spPr/>
      <dgm:t>
        <a:bodyPr/>
        <a:lstStyle/>
        <a:p>
          <a:endParaRPr lang="en-US"/>
        </a:p>
      </dgm:t>
    </dgm:pt>
    <dgm:pt modelId="{431BE9FD-BF5C-47B2-8427-AC21DE547DAB}" type="sibTrans" cxnId="{C3BDAEA3-27C8-4F25-A280-2EF406D60224}">
      <dgm:prSet/>
      <dgm:spPr/>
      <dgm:t>
        <a:bodyPr/>
        <a:lstStyle/>
        <a:p>
          <a:endParaRPr lang="en-US"/>
        </a:p>
      </dgm:t>
    </dgm:pt>
    <dgm:pt modelId="{CCA94CC5-94FA-482D-A2C5-03A44DAB0C1F}">
      <dgm:prSet phldrT="[Text]"/>
      <dgm:spPr/>
      <dgm:t>
        <a:bodyPr/>
        <a:lstStyle/>
        <a:p>
          <a:r>
            <a:rPr lang="en-US" b="1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3.Job Description Extraction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C1795D-C04E-4E1B-B3B1-CAB9196FFB51}" type="parTrans" cxnId="{A3085C8A-F1F2-4CFD-B81F-34C4345EF735}">
      <dgm:prSet/>
      <dgm:spPr/>
      <dgm:t>
        <a:bodyPr/>
        <a:lstStyle/>
        <a:p>
          <a:endParaRPr lang="en-US"/>
        </a:p>
      </dgm:t>
    </dgm:pt>
    <dgm:pt modelId="{1C03626D-1249-4F30-8D04-828C57EEA088}" type="sibTrans" cxnId="{A3085C8A-F1F2-4CFD-B81F-34C4345EF735}">
      <dgm:prSet/>
      <dgm:spPr/>
      <dgm:t>
        <a:bodyPr/>
        <a:lstStyle/>
        <a:p>
          <a:endParaRPr lang="en-US"/>
        </a:p>
      </dgm:t>
    </dgm:pt>
    <dgm:pt modelId="{401A223B-EFF8-4950-AFFF-011E2D46AB06}">
      <dgm:prSet phldrT="[Text]"/>
      <dgm:spPr/>
      <dgm:t>
        <a:bodyPr/>
        <a:lstStyle/>
        <a:p>
          <a:r>
            <a:rPr lang="en-US" b="0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Extract key job requirements (title, skills, responsibilities, qualifications) using a Job Description Extraction Agent.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6B5ADF8-DF5A-47ED-8E10-C5DDD442AC06}" type="parTrans" cxnId="{67B9F940-02D0-486E-A086-8A56FFC3D89F}">
      <dgm:prSet/>
      <dgm:spPr/>
      <dgm:t>
        <a:bodyPr/>
        <a:lstStyle/>
        <a:p>
          <a:endParaRPr lang="en-US"/>
        </a:p>
      </dgm:t>
    </dgm:pt>
    <dgm:pt modelId="{937E1906-ED0A-4D74-9C91-B419424EDAAF}" type="sibTrans" cxnId="{67B9F940-02D0-486E-A086-8A56FFC3D89F}">
      <dgm:prSet/>
      <dgm:spPr/>
      <dgm:t>
        <a:bodyPr/>
        <a:lstStyle/>
        <a:p>
          <a:endParaRPr lang="en-US"/>
        </a:p>
      </dgm:t>
    </dgm:pt>
    <dgm:pt modelId="{4FB322AC-86C1-4296-87F7-13229055F6AD}" type="pres">
      <dgm:prSet presAssocID="{CDEDC16F-27EC-4265-9112-420C62E8CE5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0D480EE-DEA0-4A26-A705-13083305A25A}" type="pres">
      <dgm:prSet presAssocID="{CDEDC16F-27EC-4265-9112-420C62E8CE55}" presName="tSp" presStyleCnt="0"/>
      <dgm:spPr/>
    </dgm:pt>
    <dgm:pt modelId="{3F96FFAD-65F3-40BA-B7D9-52FBD500D479}" type="pres">
      <dgm:prSet presAssocID="{CDEDC16F-27EC-4265-9112-420C62E8CE55}" presName="bSp" presStyleCnt="0"/>
      <dgm:spPr/>
    </dgm:pt>
    <dgm:pt modelId="{9B3A4C46-1124-49CE-B741-5621947EDF47}" type="pres">
      <dgm:prSet presAssocID="{CDEDC16F-27EC-4265-9112-420C62E8CE55}" presName="process" presStyleCnt="0"/>
      <dgm:spPr/>
    </dgm:pt>
    <dgm:pt modelId="{5373A283-5BDB-4A57-A6EA-87A381F91C49}" type="pres">
      <dgm:prSet presAssocID="{EE22D9D1-63F9-4E7D-A5EC-35F678E1A73D}" presName="composite1" presStyleCnt="0"/>
      <dgm:spPr/>
    </dgm:pt>
    <dgm:pt modelId="{CF26C561-B09F-4D32-8CB2-3BFA1AA47703}" type="pres">
      <dgm:prSet presAssocID="{EE22D9D1-63F9-4E7D-A5EC-35F678E1A73D}" presName="dummyNode1" presStyleLbl="node1" presStyleIdx="0" presStyleCnt="3"/>
      <dgm:spPr/>
    </dgm:pt>
    <dgm:pt modelId="{852D7730-2676-4CC5-B3EE-1418C8A75113}" type="pres">
      <dgm:prSet presAssocID="{EE22D9D1-63F9-4E7D-A5EC-35F678E1A73D}" presName="childNode1" presStyleLbl="bgAcc1" presStyleIdx="0" presStyleCnt="3" custScaleY="999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35F472-F559-4447-AAC0-E6ABAE82C1C1}" type="pres">
      <dgm:prSet presAssocID="{EE22D9D1-63F9-4E7D-A5EC-35F678E1A73D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283F84-DAC3-46BD-8ED1-CD962D8BA405}" type="pres">
      <dgm:prSet presAssocID="{EE22D9D1-63F9-4E7D-A5EC-35F678E1A73D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F861D8-C5E3-443E-BD41-D52A10072AAE}" type="pres">
      <dgm:prSet presAssocID="{EE22D9D1-63F9-4E7D-A5EC-35F678E1A73D}" presName="connSite1" presStyleCnt="0"/>
      <dgm:spPr/>
    </dgm:pt>
    <dgm:pt modelId="{D9E27AEA-E528-40D3-B84B-8FBC5B0C0915}" type="pres">
      <dgm:prSet presAssocID="{C15CC138-FB66-47EC-803D-E12DCA6D2881}" presName="Name9" presStyleLbl="sibTrans2D1" presStyleIdx="0" presStyleCnt="2" custFlipHor="1" custScaleX="2221" custScaleY="2221" custLinFactNeighborX="55812" custLinFactNeighborY="72518"/>
      <dgm:spPr/>
      <dgm:t>
        <a:bodyPr/>
        <a:lstStyle/>
        <a:p>
          <a:endParaRPr lang="en-US"/>
        </a:p>
      </dgm:t>
    </dgm:pt>
    <dgm:pt modelId="{1846A777-EC32-47F0-B1BF-47701C3CB991}" type="pres">
      <dgm:prSet presAssocID="{A2E1BB9B-7EF9-44CE-BFA7-771DBE8F2C4A}" presName="composite2" presStyleCnt="0"/>
      <dgm:spPr/>
    </dgm:pt>
    <dgm:pt modelId="{364A858C-BB89-40E7-B192-69A2FF4B471A}" type="pres">
      <dgm:prSet presAssocID="{A2E1BB9B-7EF9-44CE-BFA7-771DBE8F2C4A}" presName="dummyNode2" presStyleLbl="node1" presStyleIdx="0" presStyleCnt="3"/>
      <dgm:spPr/>
    </dgm:pt>
    <dgm:pt modelId="{FD734CFA-2070-49F6-B523-59A08B344049}" type="pres">
      <dgm:prSet presAssocID="{A2E1BB9B-7EF9-44CE-BFA7-771DBE8F2C4A}" presName="childNode2" presStyleLbl="bgAcc1" presStyleIdx="1" presStyleCnt="3" custScaleY="131429" custLinFactNeighborX="2209" custLinFactNeighborY="1002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C78DCA-48D0-49EB-9CC5-2F72A44F38EC}" type="pres">
      <dgm:prSet presAssocID="{A2E1BB9B-7EF9-44CE-BFA7-771DBE8F2C4A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EC303B-24C2-4217-8F04-0E6886D968C9}" type="pres">
      <dgm:prSet presAssocID="{A2E1BB9B-7EF9-44CE-BFA7-771DBE8F2C4A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608E7A-C7E7-4225-A231-F23CDBA1935E}" type="pres">
      <dgm:prSet presAssocID="{A2E1BB9B-7EF9-44CE-BFA7-771DBE8F2C4A}" presName="connSite2" presStyleCnt="0"/>
      <dgm:spPr/>
    </dgm:pt>
    <dgm:pt modelId="{97A9FA89-FC8E-4D66-9243-981725396069}" type="pres">
      <dgm:prSet presAssocID="{34BF7FCB-AF6D-40FB-A932-2EA2D7B4E12E}" presName="Name18" presStyleLbl="sibTrans2D1" presStyleIdx="1" presStyleCnt="2" custFlipVert="1" custFlipHor="1" custScaleX="2052" custScaleY="3204" custLinFactX="100000" custLinFactNeighborX="186075" custLinFactNeighborY="15068"/>
      <dgm:spPr/>
      <dgm:t>
        <a:bodyPr/>
        <a:lstStyle/>
        <a:p>
          <a:endParaRPr lang="en-US"/>
        </a:p>
      </dgm:t>
    </dgm:pt>
    <dgm:pt modelId="{D77CBC99-7268-43F1-A6C6-D16A42765564}" type="pres">
      <dgm:prSet presAssocID="{CCA94CC5-94FA-482D-A2C5-03A44DAB0C1F}" presName="composite1" presStyleCnt="0"/>
      <dgm:spPr/>
    </dgm:pt>
    <dgm:pt modelId="{CE975713-65D1-48D2-A61A-3072F0C043E8}" type="pres">
      <dgm:prSet presAssocID="{CCA94CC5-94FA-482D-A2C5-03A44DAB0C1F}" presName="dummyNode1" presStyleLbl="node1" presStyleIdx="1" presStyleCnt="3"/>
      <dgm:spPr/>
    </dgm:pt>
    <dgm:pt modelId="{FEB4E268-7202-4248-A541-59C5918FBAAB}" type="pres">
      <dgm:prSet presAssocID="{CCA94CC5-94FA-482D-A2C5-03A44DAB0C1F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1BC7AE-44E8-4307-822E-CFC4E72071BD}" type="pres">
      <dgm:prSet presAssocID="{CCA94CC5-94FA-482D-A2C5-03A44DAB0C1F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20E80F-15BA-4AF0-8F61-312C39875A69}" type="pres">
      <dgm:prSet presAssocID="{CCA94CC5-94FA-482D-A2C5-03A44DAB0C1F}" presName="parentNode1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73ADFD-21E1-4A55-9451-3F6E09879190}" type="pres">
      <dgm:prSet presAssocID="{CCA94CC5-94FA-482D-A2C5-03A44DAB0C1F}" presName="connSite1" presStyleCnt="0"/>
      <dgm:spPr/>
    </dgm:pt>
  </dgm:ptLst>
  <dgm:cxnLst>
    <dgm:cxn modelId="{C3BDAEA3-27C8-4F25-A280-2EF406D60224}" srcId="{A2E1BB9B-7EF9-44CE-BFA7-771DBE8F2C4A}" destId="{50158C64-102C-4134-80DB-114654CE9D0A}" srcOrd="0" destOrd="0" parTransId="{E5A91DED-70ED-4E02-B4A3-B330D0B38E5C}" sibTransId="{431BE9FD-BF5C-47B2-8427-AC21DE547DAB}"/>
    <dgm:cxn modelId="{AECECC4A-50C6-41A3-8A25-729B91488D66}" type="presOf" srcId="{4BC58286-6076-4386-84F2-E862704E36C4}" destId="{852D7730-2676-4CC5-B3EE-1418C8A75113}" srcOrd="0" destOrd="0" presId="urn:microsoft.com/office/officeart/2005/8/layout/hProcess4"/>
    <dgm:cxn modelId="{C87431FA-36E0-4277-94CB-90CFF51FA11F}" type="presOf" srcId="{401A223B-EFF8-4950-AFFF-011E2D46AB06}" destId="{FEB4E268-7202-4248-A541-59C5918FBAAB}" srcOrd="0" destOrd="0" presId="urn:microsoft.com/office/officeart/2005/8/layout/hProcess4"/>
    <dgm:cxn modelId="{F2FE79E1-3EB1-41CE-B943-D5A404346E19}" type="presOf" srcId="{4BC58286-6076-4386-84F2-E862704E36C4}" destId="{9135F472-F559-4447-AAC0-E6ABAE82C1C1}" srcOrd="1" destOrd="0" presId="urn:microsoft.com/office/officeart/2005/8/layout/hProcess4"/>
    <dgm:cxn modelId="{E3991E1B-E785-44DF-8587-6B0A59DDE60B}" type="presOf" srcId="{34BF7FCB-AF6D-40FB-A932-2EA2D7B4E12E}" destId="{97A9FA89-FC8E-4D66-9243-981725396069}" srcOrd="0" destOrd="0" presId="urn:microsoft.com/office/officeart/2005/8/layout/hProcess4"/>
    <dgm:cxn modelId="{A3085C8A-F1F2-4CFD-B81F-34C4345EF735}" srcId="{CDEDC16F-27EC-4265-9112-420C62E8CE55}" destId="{CCA94CC5-94FA-482D-A2C5-03A44DAB0C1F}" srcOrd="2" destOrd="0" parTransId="{D8C1795D-C04E-4E1B-B3B1-CAB9196FFB51}" sibTransId="{1C03626D-1249-4F30-8D04-828C57EEA088}"/>
    <dgm:cxn modelId="{350805CE-5791-4FF1-A03E-3614104203D3}" srcId="{EE22D9D1-63F9-4E7D-A5EC-35F678E1A73D}" destId="{4BC58286-6076-4386-84F2-E862704E36C4}" srcOrd="0" destOrd="0" parTransId="{B5469B4A-3A24-49DA-9B33-CE825D0F1BC6}" sibTransId="{B3799C06-7DD6-477C-BE55-90D9E5EDC5B2}"/>
    <dgm:cxn modelId="{4D9CCDA4-7A75-49E1-8080-C522C04F2719}" srcId="{CDEDC16F-27EC-4265-9112-420C62E8CE55}" destId="{A2E1BB9B-7EF9-44CE-BFA7-771DBE8F2C4A}" srcOrd="1" destOrd="0" parTransId="{FEBA69E8-0ACC-48EE-8BFB-FFA78F6E7781}" sibTransId="{34BF7FCB-AF6D-40FB-A932-2EA2D7B4E12E}"/>
    <dgm:cxn modelId="{01D6AA9F-F5CE-4957-B0AE-80F42283836D}" type="presOf" srcId="{CDEDC16F-27EC-4265-9112-420C62E8CE55}" destId="{4FB322AC-86C1-4296-87F7-13229055F6AD}" srcOrd="0" destOrd="0" presId="urn:microsoft.com/office/officeart/2005/8/layout/hProcess4"/>
    <dgm:cxn modelId="{4C091E0D-F8FE-4F9F-9D66-C95D5ACE3840}" type="presOf" srcId="{EE22D9D1-63F9-4E7D-A5EC-35F678E1A73D}" destId="{CD283F84-DAC3-46BD-8ED1-CD962D8BA405}" srcOrd="0" destOrd="0" presId="urn:microsoft.com/office/officeart/2005/8/layout/hProcess4"/>
    <dgm:cxn modelId="{FCFBFE2B-479E-4056-9211-BDDA340712E2}" srcId="{CDEDC16F-27EC-4265-9112-420C62E8CE55}" destId="{EE22D9D1-63F9-4E7D-A5EC-35F678E1A73D}" srcOrd="0" destOrd="0" parTransId="{CC5AB31E-F913-426B-B4AF-F57D255A96F5}" sibTransId="{C15CC138-FB66-47EC-803D-E12DCA6D2881}"/>
    <dgm:cxn modelId="{389FF6CC-3D84-4B1C-98C7-436CDBEC833F}" type="presOf" srcId="{C15CC138-FB66-47EC-803D-E12DCA6D2881}" destId="{D9E27AEA-E528-40D3-B84B-8FBC5B0C0915}" srcOrd="0" destOrd="0" presId="urn:microsoft.com/office/officeart/2005/8/layout/hProcess4"/>
    <dgm:cxn modelId="{74D200A1-4389-4702-AF3C-72413466E881}" type="presOf" srcId="{50158C64-102C-4134-80DB-114654CE9D0A}" destId="{FD734CFA-2070-49F6-B523-59A08B344049}" srcOrd="0" destOrd="0" presId="urn:microsoft.com/office/officeart/2005/8/layout/hProcess4"/>
    <dgm:cxn modelId="{B192D659-BEBB-45F9-A194-1A47C2CF232C}" type="presOf" srcId="{CCA94CC5-94FA-482D-A2C5-03A44DAB0C1F}" destId="{5920E80F-15BA-4AF0-8F61-312C39875A69}" srcOrd="0" destOrd="0" presId="urn:microsoft.com/office/officeart/2005/8/layout/hProcess4"/>
    <dgm:cxn modelId="{E424294E-DEF7-402C-A422-B4534CA38B34}" type="presOf" srcId="{50158C64-102C-4134-80DB-114654CE9D0A}" destId="{50C78DCA-48D0-49EB-9CC5-2F72A44F38EC}" srcOrd="1" destOrd="0" presId="urn:microsoft.com/office/officeart/2005/8/layout/hProcess4"/>
    <dgm:cxn modelId="{04FE2C2D-1EC3-479B-9501-F1B7CAD61D6E}" type="presOf" srcId="{A2E1BB9B-7EF9-44CE-BFA7-771DBE8F2C4A}" destId="{9DEC303B-24C2-4217-8F04-0E6886D968C9}" srcOrd="0" destOrd="0" presId="urn:microsoft.com/office/officeart/2005/8/layout/hProcess4"/>
    <dgm:cxn modelId="{67B9F940-02D0-486E-A086-8A56FFC3D89F}" srcId="{CCA94CC5-94FA-482D-A2C5-03A44DAB0C1F}" destId="{401A223B-EFF8-4950-AFFF-011E2D46AB06}" srcOrd="0" destOrd="0" parTransId="{26B5ADF8-DF5A-47ED-8E10-C5DDD442AC06}" sibTransId="{937E1906-ED0A-4D74-9C91-B419424EDAAF}"/>
    <dgm:cxn modelId="{818A802F-0ED0-40FD-9B3C-0E324DE53DFB}" type="presOf" srcId="{401A223B-EFF8-4950-AFFF-011E2D46AB06}" destId="{FA1BC7AE-44E8-4307-822E-CFC4E72071BD}" srcOrd="1" destOrd="0" presId="urn:microsoft.com/office/officeart/2005/8/layout/hProcess4"/>
    <dgm:cxn modelId="{739B265D-B2AA-4DDD-8DD2-FECE48FD038F}" type="presParOf" srcId="{4FB322AC-86C1-4296-87F7-13229055F6AD}" destId="{90D480EE-DEA0-4A26-A705-13083305A25A}" srcOrd="0" destOrd="0" presId="urn:microsoft.com/office/officeart/2005/8/layout/hProcess4"/>
    <dgm:cxn modelId="{B337A3D9-BC01-4DE1-9B46-306ECC8E0BF5}" type="presParOf" srcId="{4FB322AC-86C1-4296-87F7-13229055F6AD}" destId="{3F96FFAD-65F3-40BA-B7D9-52FBD500D479}" srcOrd="1" destOrd="0" presId="urn:microsoft.com/office/officeart/2005/8/layout/hProcess4"/>
    <dgm:cxn modelId="{59C73ADD-840B-4E8F-91F8-F1ADDF905018}" type="presParOf" srcId="{4FB322AC-86C1-4296-87F7-13229055F6AD}" destId="{9B3A4C46-1124-49CE-B741-5621947EDF47}" srcOrd="2" destOrd="0" presId="urn:microsoft.com/office/officeart/2005/8/layout/hProcess4"/>
    <dgm:cxn modelId="{1629E859-CCA0-425A-8D6C-B7906E8A5683}" type="presParOf" srcId="{9B3A4C46-1124-49CE-B741-5621947EDF47}" destId="{5373A283-5BDB-4A57-A6EA-87A381F91C49}" srcOrd="0" destOrd="0" presId="urn:microsoft.com/office/officeart/2005/8/layout/hProcess4"/>
    <dgm:cxn modelId="{C47DC659-F900-428A-8652-BF32B973FAF3}" type="presParOf" srcId="{5373A283-5BDB-4A57-A6EA-87A381F91C49}" destId="{CF26C561-B09F-4D32-8CB2-3BFA1AA47703}" srcOrd="0" destOrd="0" presId="urn:microsoft.com/office/officeart/2005/8/layout/hProcess4"/>
    <dgm:cxn modelId="{B4F99BFD-03C9-4A2F-B250-4360A6132684}" type="presParOf" srcId="{5373A283-5BDB-4A57-A6EA-87A381F91C49}" destId="{852D7730-2676-4CC5-B3EE-1418C8A75113}" srcOrd="1" destOrd="0" presId="urn:microsoft.com/office/officeart/2005/8/layout/hProcess4"/>
    <dgm:cxn modelId="{EB3A85B4-817A-4930-9627-D5F262DAF3A4}" type="presParOf" srcId="{5373A283-5BDB-4A57-A6EA-87A381F91C49}" destId="{9135F472-F559-4447-AAC0-E6ABAE82C1C1}" srcOrd="2" destOrd="0" presId="urn:microsoft.com/office/officeart/2005/8/layout/hProcess4"/>
    <dgm:cxn modelId="{D1CA94C4-AE9D-4A8A-8B53-3896B57E3F54}" type="presParOf" srcId="{5373A283-5BDB-4A57-A6EA-87A381F91C49}" destId="{CD283F84-DAC3-46BD-8ED1-CD962D8BA405}" srcOrd="3" destOrd="0" presId="urn:microsoft.com/office/officeart/2005/8/layout/hProcess4"/>
    <dgm:cxn modelId="{9BE6FFDD-AEAC-4249-800E-378CF37B3A1D}" type="presParOf" srcId="{5373A283-5BDB-4A57-A6EA-87A381F91C49}" destId="{9DF861D8-C5E3-443E-BD41-D52A10072AAE}" srcOrd="4" destOrd="0" presId="urn:microsoft.com/office/officeart/2005/8/layout/hProcess4"/>
    <dgm:cxn modelId="{C1EC798D-2136-40C6-9BB0-CD047F72C83A}" type="presParOf" srcId="{9B3A4C46-1124-49CE-B741-5621947EDF47}" destId="{D9E27AEA-E528-40D3-B84B-8FBC5B0C0915}" srcOrd="1" destOrd="0" presId="urn:microsoft.com/office/officeart/2005/8/layout/hProcess4"/>
    <dgm:cxn modelId="{E7FEC42F-5F8E-4740-AEFC-8F682B7EE966}" type="presParOf" srcId="{9B3A4C46-1124-49CE-B741-5621947EDF47}" destId="{1846A777-EC32-47F0-B1BF-47701C3CB991}" srcOrd="2" destOrd="0" presId="urn:microsoft.com/office/officeart/2005/8/layout/hProcess4"/>
    <dgm:cxn modelId="{E8E39C4E-F930-4034-A010-9129589B70F5}" type="presParOf" srcId="{1846A777-EC32-47F0-B1BF-47701C3CB991}" destId="{364A858C-BB89-40E7-B192-69A2FF4B471A}" srcOrd="0" destOrd="0" presId="urn:microsoft.com/office/officeart/2005/8/layout/hProcess4"/>
    <dgm:cxn modelId="{4FD0D75C-3F0D-4A87-948A-E322B8BDD6A0}" type="presParOf" srcId="{1846A777-EC32-47F0-B1BF-47701C3CB991}" destId="{FD734CFA-2070-49F6-B523-59A08B344049}" srcOrd="1" destOrd="0" presId="urn:microsoft.com/office/officeart/2005/8/layout/hProcess4"/>
    <dgm:cxn modelId="{67F90D8D-F1AD-40A9-B65D-7A3718DABDAC}" type="presParOf" srcId="{1846A777-EC32-47F0-B1BF-47701C3CB991}" destId="{50C78DCA-48D0-49EB-9CC5-2F72A44F38EC}" srcOrd="2" destOrd="0" presId="urn:microsoft.com/office/officeart/2005/8/layout/hProcess4"/>
    <dgm:cxn modelId="{F9AAEA23-23F3-4300-89F5-6C806053C116}" type="presParOf" srcId="{1846A777-EC32-47F0-B1BF-47701C3CB991}" destId="{9DEC303B-24C2-4217-8F04-0E6886D968C9}" srcOrd="3" destOrd="0" presId="urn:microsoft.com/office/officeart/2005/8/layout/hProcess4"/>
    <dgm:cxn modelId="{08DBC190-5F1F-4D71-9713-83472608622C}" type="presParOf" srcId="{1846A777-EC32-47F0-B1BF-47701C3CB991}" destId="{46608E7A-C7E7-4225-A231-F23CDBA1935E}" srcOrd="4" destOrd="0" presId="urn:microsoft.com/office/officeart/2005/8/layout/hProcess4"/>
    <dgm:cxn modelId="{A083D3B5-A210-412C-AF93-36BAF200AEBF}" type="presParOf" srcId="{9B3A4C46-1124-49CE-B741-5621947EDF47}" destId="{97A9FA89-FC8E-4D66-9243-981725396069}" srcOrd="3" destOrd="0" presId="urn:microsoft.com/office/officeart/2005/8/layout/hProcess4"/>
    <dgm:cxn modelId="{5FC3381C-EE80-46E5-9A18-7756BE7AA2A9}" type="presParOf" srcId="{9B3A4C46-1124-49CE-B741-5621947EDF47}" destId="{D77CBC99-7268-43F1-A6C6-D16A42765564}" srcOrd="4" destOrd="0" presId="urn:microsoft.com/office/officeart/2005/8/layout/hProcess4"/>
    <dgm:cxn modelId="{479671DD-90A1-4E9F-B91B-C33404D9FCD2}" type="presParOf" srcId="{D77CBC99-7268-43F1-A6C6-D16A42765564}" destId="{CE975713-65D1-48D2-A61A-3072F0C043E8}" srcOrd="0" destOrd="0" presId="urn:microsoft.com/office/officeart/2005/8/layout/hProcess4"/>
    <dgm:cxn modelId="{175FB7AD-AF2F-449C-9795-02D3EA548569}" type="presParOf" srcId="{D77CBC99-7268-43F1-A6C6-D16A42765564}" destId="{FEB4E268-7202-4248-A541-59C5918FBAAB}" srcOrd="1" destOrd="0" presId="urn:microsoft.com/office/officeart/2005/8/layout/hProcess4"/>
    <dgm:cxn modelId="{54E03D04-74F5-4DAF-A340-557CCA635812}" type="presParOf" srcId="{D77CBC99-7268-43F1-A6C6-D16A42765564}" destId="{FA1BC7AE-44E8-4307-822E-CFC4E72071BD}" srcOrd="2" destOrd="0" presId="urn:microsoft.com/office/officeart/2005/8/layout/hProcess4"/>
    <dgm:cxn modelId="{4DF6AA47-879F-4E56-9514-7F31D0AE1670}" type="presParOf" srcId="{D77CBC99-7268-43F1-A6C6-D16A42765564}" destId="{5920E80F-15BA-4AF0-8F61-312C39875A69}" srcOrd="3" destOrd="0" presId="urn:microsoft.com/office/officeart/2005/8/layout/hProcess4"/>
    <dgm:cxn modelId="{56104867-C0CE-4B6B-B188-49B7BFDBDAC8}" type="presParOf" srcId="{D77CBC99-7268-43F1-A6C6-D16A42765564}" destId="{4E73ADFD-21E1-4A55-9451-3F6E09879190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017291-E407-4AC2-9F27-1CC94E019049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D0E45E-9D8D-44FA-8BDC-5E239EED3E75}">
      <dgm:prSet phldrT="[Text]"/>
      <dgm:spPr/>
      <dgm:t>
        <a:bodyPr/>
        <a:lstStyle/>
        <a:p>
          <a:r>
            <a:rPr lang="en-US" b="1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4.Candidate Evaluation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4AE471-2DC4-497D-AA7A-143F7E093BEE}" type="parTrans" cxnId="{4C78D085-18D1-48A5-9265-1EF0BD24C162}">
      <dgm:prSet/>
      <dgm:spPr/>
      <dgm:t>
        <a:bodyPr/>
        <a:lstStyle/>
        <a:p>
          <a:endParaRPr lang="en-US"/>
        </a:p>
      </dgm:t>
    </dgm:pt>
    <dgm:pt modelId="{62A6B0B8-E120-4D27-90C4-BFD0C1024AAC}" type="sibTrans" cxnId="{4C78D085-18D1-48A5-9265-1EF0BD24C162}">
      <dgm:prSet/>
      <dgm:spPr/>
      <dgm:t>
        <a:bodyPr/>
        <a:lstStyle/>
        <a:p>
          <a:endParaRPr lang="en-US"/>
        </a:p>
      </dgm:t>
    </dgm:pt>
    <dgm:pt modelId="{BB60C22A-7655-475F-AF7C-5D6981C9138A}">
      <dgm:prSet phldrT="[Text]" custT="1"/>
      <dgm:spPr/>
      <dgm:t>
        <a:bodyPr/>
        <a:lstStyle/>
        <a:p>
          <a:r>
            <a:rPr lang="en-US" sz="1200" b="0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Compare the parsed resume and job description info to calculate a fit score, identify skill matches and gaps, and generate overall recommendation</a:t>
          </a:r>
          <a:r>
            <a:rPr lang="en-US" sz="800" b="0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71062C-35F2-42BC-A3AF-C5CB5909E307}" type="parTrans" cxnId="{281406EC-3191-44AF-88BD-DA5F74F5E32A}">
      <dgm:prSet/>
      <dgm:spPr/>
      <dgm:t>
        <a:bodyPr/>
        <a:lstStyle/>
        <a:p>
          <a:endParaRPr lang="en-US"/>
        </a:p>
      </dgm:t>
    </dgm:pt>
    <dgm:pt modelId="{5E75B781-38D0-41E1-A899-F6D2CD5A7BA4}" type="sibTrans" cxnId="{281406EC-3191-44AF-88BD-DA5F74F5E32A}">
      <dgm:prSet/>
      <dgm:spPr/>
      <dgm:t>
        <a:bodyPr/>
        <a:lstStyle/>
        <a:p>
          <a:endParaRPr lang="en-US"/>
        </a:p>
      </dgm:t>
    </dgm:pt>
    <dgm:pt modelId="{52C48B31-4AB0-4BA2-ADF9-9745F062A50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5.</a:t>
          </a:r>
          <a:r>
            <a:rPr lang="en-US" b="1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Backend API Integration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8C6E50-766D-413B-8939-8EE40DDAD0F8}" type="parTrans" cxnId="{4C5A3E33-CBEA-4545-8EEA-DADD419B2A37}">
      <dgm:prSet/>
      <dgm:spPr/>
      <dgm:t>
        <a:bodyPr/>
        <a:lstStyle/>
        <a:p>
          <a:endParaRPr lang="en-US"/>
        </a:p>
      </dgm:t>
    </dgm:pt>
    <dgm:pt modelId="{F9F96059-65DD-4A6E-9E87-22BADE4734BD}" type="sibTrans" cxnId="{4C5A3E33-CBEA-4545-8EEA-DADD419B2A37}">
      <dgm:prSet/>
      <dgm:spPr/>
      <dgm:t>
        <a:bodyPr/>
        <a:lstStyle/>
        <a:p>
          <a:endParaRPr lang="en-US"/>
        </a:p>
      </dgm:t>
    </dgm:pt>
    <dgm:pt modelId="{DB7C039D-4D1B-45AF-AF72-2A2858BA1378}">
      <dgm:prSet phldrT="[Text]"/>
      <dgm:spPr/>
      <dgm:t>
        <a:bodyPr/>
        <a:lstStyle/>
        <a:p>
          <a:r>
            <a:rPr lang="en-US" b="0" i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FastAPI</a:t>
          </a:r>
          <a:r>
            <a:rPr lang="en-US" b="0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exposes the agents as RESTful endpoints handling inputs and returning structured JSON responses.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B97AD5-BE42-47BE-B998-F764C8F57EE3}" type="parTrans" cxnId="{81859CBF-5DEC-4428-B915-4CC7D80577AF}">
      <dgm:prSet/>
      <dgm:spPr/>
      <dgm:t>
        <a:bodyPr/>
        <a:lstStyle/>
        <a:p>
          <a:endParaRPr lang="en-US"/>
        </a:p>
      </dgm:t>
    </dgm:pt>
    <dgm:pt modelId="{E4FE1370-5442-45AF-86EF-6ED401FD56FC}" type="sibTrans" cxnId="{81859CBF-5DEC-4428-B915-4CC7D80577AF}">
      <dgm:prSet/>
      <dgm:spPr/>
      <dgm:t>
        <a:bodyPr/>
        <a:lstStyle/>
        <a:p>
          <a:endParaRPr lang="en-US"/>
        </a:p>
      </dgm:t>
    </dgm:pt>
    <dgm:pt modelId="{3DDF9704-054C-4507-A6E3-44D8BF82553B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6.</a:t>
          </a:r>
          <a:r>
            <a:rPr lang="en-US" b="1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Frontend Interaction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7394AB-CCF1-4A1D-A45B-ECBF0F4326CE}" type="parTrans" cxnId="{A037EBB7-EBBB-4D0B-80EB-AC52E71429FE}">
      <dgm:prSet/>
      <dgm:spPr/>
      <dgm:t>
        <a:bodyPr/>
        <a:lstStyle/>
        <a:p>
          <a:endParaRPr lang="en-US"/>
        </a:p>
      </dgm:t>
    </dgm:pt>
    <dgm:pt modelId="{26C315E4-BF8C-4DF2-804E-5D353311CAF4}" type="sibTrans" cxnId="{A037EBB7-EBBB-4D0B-80EB-AC52E71429FE}">
      <dgm:prSet/>
      <dgm:spPr/>
      <dgm:t>
        <a:bodyPr/>
        <a:lstStyle/>
        <a:p>
          <a:endParaRPr lang="en-US"/>
        </a:p>
      </dgm:t>
    </dgm:pt>
    <dgm:pt modelId="{E519D517-3657-4C48-9330-46BBA0F4D36B}">
      <dgm:prSet phldrT="[Text]" custT="1"/>
      <dgm:spPr/>
      <dgm:t>
        <a:bodyPr/>
        <a:lstStyle/>
        <a:p>
          <a:r>
            <a:rPr lang="en-US" sz="1200" b="0" i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Streamlit</a:t>
          </a:r>
          <a:r>
            <a:rPr lang="en-US" sz="1200" b="0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UI allows recruiters to input texts, trigger extraction &amp; evaluation, and view results interactively for informed decision-making.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55C31D-4CAF-44EB-BA6B-ED16792B94BD}" type="parTrans" cxnId="{F7530BE0-1E89-4C4E-8F94-292B1D9FB868}">
      <dgm:prSet/>
      <dgm:spPr/>
      <dgm:t>
        <a:bodyPr/>
        <a:lstStyle/>
        <a:p>
          <a:endParaRPr lang="en-US"/>
        </a:p>
      </dgm:t>
    </dgm:pt>
    <dgm:pt modelId="{B9B0A50B-3B4D-4A1C-9F54-B729020F9523}" type="sibTrans" cxnId="{F7530BE0-1E89-4C4E-8F94-292B1D9FB868}">
      <dgm:prSet/>
      <dgm:spPr/>
      <dgm:t>
        <a:bodyPr/>
        <a:lstStyle/>
        <a:p>
          <a:endParaRPr lang="en-US"/>
        </a:p>
      </dgm:t>
    </dgm:pt>
    <dgm:pt modelId="{B46D3A7D-55C3-4415-9802-67ACC6D189D8}" type="pres">
      <dgm:prSet presAssocID="{1E017291-E407-4AC2-9F27-1CC94E01904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5C5140D-E12C-4DEB-9A39-55C78205410E}" type="pres">
      <dgm:prSet presAssocID="{1E017291-E407-4AC2-9F27-1CC94E019049}" presName="tSp" presStyleCnt="0"/>
      <dgm:spPr/>
    </dgm:pt>
    <dgm:pt modelId="{9803BF8A-4D83-4CBB-80F3-4A1A843AA04D}" type="pres">
      <dgm:prSet presAssocID="{1E017291-E407-4AC2-9F27-1CC94E019049}" presName="bSp" presStyleCnt="0"/>
      <dgm:spPr/>
    </dgm:pt>
    <dgm:pt modelId="{170E4FB6-A6BE-49C8-B275-9D34142E984B}" type="pres">
      <dgm:prSet presAssocID="{1E017291-E407-4AC2-9F27-1CC94E019049}" presName="process" presStyleCnt="0"/>
      <dgm:spPr/>
    </dgm:pt>
    <dgm:pt modelId="{5EAD85F8-98AF-4EF2-976A-37C3971EBEC5}" type="pres">
      <dgm:prSet presAssocID="{6FD0E45E-9D8D-44FA-8BDC-5E239EED3E75}" presName="composite1" presStyleCnt="0"/>
      <dgm:spPr/>
    </dgm:pt>
    <dgm:pt modelId="{CDA98CC4-3AB6-4C0A-B418-54D6600E5C99}" type="pres">
      <dgm:prSet presAssocID="{6FD0E45E-9D8D-44FA-8BDC-5E239EED3E75}" presName="dummyNode1" presStyleLbl="node1" presStyleIdx="0" presStyleCnt="3"/>
      <dgm:spPr/>
    </dgm:pt>
    <dgm:pt modelId="{BFC55B25-63C7-44D3-8718-A71DA7053AA8}" type="pres">
      <dgm:prSet presAssocID="{6FD0E45E-9D8D-44FA-8BDC-5E239EED3E75}" presName="childNode1" presStyleLbl="bgAcc1" presStyleIdx="0" presStyleCnt="3" custLinFactNeighborX="541" custLinFactNeighborY="-13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1462F0-4E95-4E29-A8C6-D884D35F7C6D}" type="pres">
      <dgm:prSet presAssocID="{6FD0E45E-9D8D-44FA-8BDC-5E239EED3E75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5FF926-74D0-4B1D-BD89-7E58E497AF72}" type="pres">
      <dgm:prSet presAssocID="{6FD0E45E-9D8D-44FA-8BDC-5E239EED3E75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7D5A65-20F9-4700-9F6C-8052CA820BC9}" type="pres">
      <dgm:prSet presAssocID="{6FD0E45E-9D8D-44FA-8BDC-5E239EED3E75}" presName="connSite1" presStyleCnt="0"/>
      <dgm:spPr/>
    </dgm:pt>
    <dgm:pt modelId="{56DC20A7-46E7-4978-8DD1-99088E814BA4}" type="pres">
      <dgm:prSet presAssocID="{62A6B0B8-E120-4D27-90C4-BFD0C1024AAC}" presName="Name9" presStyleLbl="sibTrans2D1" presStyleIdx="0" presStyleCnt="2" custScaleX="2290" custScaleY="4697" custLinFactX="31987" custLinFactY="11052" custLinFactNeighborX="100000" custLinFactNeighborY="100000"/>
      <dgm:spPr/>
      <dgm:t>
        <a:bodyPr/>
        <a:lstStyle/>
        <a:p>
          <a:endParaRPr lang="en-US"/>
        </a:p>
      </dgm:t>
    </dgm:pt>
    <dgm:pt modelId="{06736BBF-27D2-455C-B455-4A36EBE3E691}" type="pres">
      <dgm:prSet presAssocID="{52C48B31-4AB0-4BA2-ADF9-9745F062A50E}" presName="composite2" presStyleCnt="0"/>
      <dgm:spPr/>
    </dgm:pt>
    <dgm:pt modelId="{0302C6EA-47A1-452D-BCF9-5CF92876851A}" type="pres">
      <dgm:prSet presAssocID="{52C48B31-4AB0-4BA2-ADF9-9745F062A50E}" presName="dummyNode2" presStyleLbl="node1" presStyleIdx="0" presStyleCnt="3"/>
      <dgm:spPr/>
    </dgm:pt>
    <dgm:pt modelId="{77ACF3FB-B341-4CC6-AB7D-2AB92506E750}" type="pres">
      <dgm:prSet presAssocID="{52C48B31-4AB0-4BA2-ADF9-9745F062A50E}" presName="childNode2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E5F7AE-2AF0-4E09-93CE-F2AA4F74E4FE}" type="pres">
      <dgm:prSet presAssocID="{52C48B31-4AB0-4BA2-ADF9-9745F062A50E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2277E1-28FE-4E80-AD24-997037186869}" type="pres">
      <dgm:prSet presAssocID="{52C48B31-4AB0-4BA2-ADF9-9745F062A50E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36046E-4A0C-4262-AFE1-9884FEEC101E}" type="pres">
      <dgm:prSet presAssocID="{52C48B31-4AB0-4BA2-ADF9-9745F062A50E}" presName="connSite2" presStyleCnt="0"/>
      <dgm:spPr/>
    </dgm:pt>
    <dgm:pt modelId="{B71FAB46-21C4-4CB7-98BA-1BA7B6AFE6EF}" type="pres">
      <dgm:prSet presAssocID="{F9F96059-65DD-4A6E-9E87-22BADE4734BD}" presName="Name18" presStyleLbl="sibTrans2D1" presStyleIdx="1" presStyleCnt="2" custAng="3313125" custFlipVert="1" custFlipHor="1" custScaleX="2287" custScaleY="1890" custLinFactNeighborX="-60531" custLinFactNeighborY="-82939"/>
      <dgm:spPr/>
      <dgm:t>
        <a:bodyPr/>
        <a:lstStyle/>
        <a:p>
          <a:endParaRPr lang="en-US"/>
        </a:p>
      </dgm:t>
    </dgm:pt>
    <dgm:pt modelId="{6D09502E-2B3D-45BE-967A-718C1E2579B5}" type="pres">
      <dgm:prSet presAssocID="{3DDF9704-054C-4507-A6E3-44D8BF82553B}" presName="composite1" presStyleCnt="0"/>
      <dgm:spPr/>
    </dgm:pt>
    <dgm:pt modelId="{9B4D97A3-CE9A-4C4E-BFC7-F38407341AE9}" type="pres">
      <dgm:prSet presAssocID="{3DDF9704-054C-4507-A6E3-44D8BF82553B}" presName="dummyNode1" presStyleLbl="node1" presStyleIdx="1" presStyleCnt="3"/>
      <dgm:spPr/>
    </dgm:pt>
    <dgm:pt modelId="{1B40A9E9-D7F2-402F-8E0F-6AD72AF164BB}" type="pres">
      <dgm:prSet presAssocID="{3DDF9704-054C-4507-A6E3-44D8BF82553B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B68AA9-7EAB-482D-8C64-1B1F8F7F6B82}" type="pres">
      <dgm:prSet presAssocID="{3DDF9704-054C-4507-A6E3-44D8BF82553B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86AE84-C867-4CC9-87BB-F3EA47D46100}" type="pres">
      <dgm:prSet presAssocID="{3DDF9704-054C-4507-A6E3-44D8BF82553B}" presName="parentNode1" presStyleLbl="node1" presStyleIdx="2" presStyleCnt="3" custLinFactNeighborX="10443" custLinFactNeighborY="991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0146FD-86CE-421C-8302-19401CDE9BBD}" type="pres">
      <dgm:prSet presAssocID="{3DDF9704-054C-4507-A6E3-44D8BF82553B}" presName="connSite1" presStyleCnt="0"/>
      <dgm:spPr/>
    </dgm:pt>
  </dgm:ptLst>
  <dgm:cxnLst>
    <dgm:cxn modelId="{4C78D085-18D1-48A5-9265-1EF0BD24C162}" srcId="{1E017291-E407-4AC2-9F27-1CC94E019049}" destId="{6FD0E45E-9D8D-44FA-8BDC-5E239EED3E75}" srcOrd="0" destOrd="0" parTransId="{C74AE471-2DC4-497D-AA7A-143F7E093BEE}" sibTransId="{62A6B0B8-E120-4D27-90C4-BFD0C1024AAC}"/>
    <dgm:cxn modelId="{F7530BE0-1E89-4C4E-8F94-292B1D9FB868}" srcId="{3DDF9704-054C-4507-A6E3-44D8BF82553B}" destId="{E519D517-3657-4C48-9330-46BBA0F4D36B}" srcOrd="0" destOrd="0" parTransId="{2555C31D-4CAF-44EB-BA6B-ED16792B94BD}" sibTransId="{B9B0A50B-3B4D-4A1C-9F54-B729020F9523}"/>
    <dgm:cxn modelId="{4C5A3E33-CBEA-4545-8EEA-DADD419B2A37}" srcId="{1E017291-E407-4AC2-9F27-1CC94E019049}" destId="{52C48B31-4AB0-4BA2-ADF9-9745F062A50E}" srcOrd="1" destOrd="0" parTransId="{D68C6E50-766D-413B-8939-8EE40DDAD0F8}" sibTransId="{F9F96059-65DD-4A6E-9E87-22BADE4734BD}"/>
    <dgm:cxn modelId="{81859CBF-5DEC-4428-B915-4CC7D80577AF}" srcId="{52C48B31-4AB0-4BA2-ADF9-9745F062A50E}" destId="{DB7C039D-4D1B-45AF-AF72-2A2858BA1378}" srcOrd="0" destOrd="0" parTransId="{42B97AD5-BE42-47BE-B998-F764C8F57EE3}" sibTransId="{E4FE1370-5442-45AF-86EF-6ED401FD56FC}"/>
    <dgm:cxn modelId="{89C3290F-01C1-4595-9B4A-06A30EC56AE5}" type="presOf" srcId="{F9F96059-65DD-4A6E-9E87-22BADE4734BD}" destId="{B71FAB46-21C4-4CB7-98BA-1BA7B6AFE6EF}" srcOrd="0" destOrd="0" presId="urn:microsoft.com/office/officeart/2005/8/layout/hProcess4"/>
    <dgm:cxn modelId="{F961734E-D8D4-418D-9D53-518433EABE36}" type="presOf" srcId="{BB60C22A-7655-475F-AF7C-5D6981C9138A}" destId="{D91462F0-4E95-4E29-A8C6-D884D35F7C6D}" srcOrd="1" destOrd="0" presId="urn:microsoft.com/office/officeart/2005/8/layout/hProcess4"/>
    <dgm:cxn modelId="{1E43C02E-428C-4E26-9097-61FEEAB068E9}" type="presOf" srcId="{1E017291-E407-4AC2-9F27-1CC94E019049}" destId="{B46D3A7D-55C3-4415-9802-67ACC6D189D8}" srcOrd="0" destOrd="0" presId="urn:microsoft.com/office/officeart/2005/8/layout/hProcess4"/>
    <dgm:cxn modelId="{133B0E38-ED87-40EA-B112-35B3279F2A77}" type="presOf" srcId="{52C48B31-4AB0-4BA2-ADF9-9745F062A50E}" destId="{FE2277E1-28FE-4E80-AD24-997037186869}" srcOrd="0" destOrd="0" presId="urn:microsoft.com/office/officeart/2005/8/layout/hProcess4"/>
    <dgm:cxn modelId="{F1D96DE5-33E8-46EB-84C3-9887C0FF253F}" type="presOf" srcId="{DB7C039D-4D1B-45AF-AF72-2A2858BA1378}" destId="{42E5F7AE-2AF0-4E09-93CE-F2AA4F74E4FE}" srcOrd="1" destOrd="0" presId="urn:microsoft.com/office/officeart/2005/8/layout/hProcess4"/>
    <dgm:cxn modelId="{C61AAA28-7837-4B6E-BD76-8716C97944F7}" type="presOf" srcId="{E519D517-3657-4C48-9330-46BBA0F4D36B}" destId="{1B40A9E9-D7F2-402F-8E0F-6AD72AF164BB}" srcOrd="0" destOrd="0" presId="urn:microsoft.com/office/officeart/2005/8/layout/hProcess4"/>
    <dgm:cxn modelId="{7FDD8FC5-0A6E-49AA-8714-681943C8490D}" type="presOf" srcId="{6FD0E45E-9D8D-44FA-8BDC-5E239EED3E75}" destId="{0A5FF926-74D0-4B1D-BD89-7E58E497AF72}" srcOrd="0" destOrd="0" presId="urn:microsoft.com/office/officeart/2005/8/layout/hProcess4"/>
    <dgm:cxn modelId="{281406EC-3191-44AF-88BD-DA5F74F5E32A}" srcId="{6FD0E45E-9D8D-44FA-8BDC-5E239EED3E75}" destId="{BB60C22A-7655-475F-AF7C-5D6981C9138A}" srcOrd="0" destOrd="0" parTransId="{EE71062C-35F2-42BC-A3AF-C5CB5909E307}" sibTransId="{5E75B781-38D0-41E1-A899-F6D2CD5A7BA4}"/>
    <dgm:cxn modelId="{22D5E6F5-AD3F-4A49-9C4A-932CD106DDAC}" type="presOf" srcId="{3DDF9704-054C-4507-A6E3-44D8BF82553B}" destId="{5B86AE84-C867-4CC9-87BB-F3EA47D46100}" srcOrd="0" destOrd="0" presId="urn:microsoft.com/office/officeart/2005/8/layout/hProcess4"/>
    <dgm:cxn modelId="{54192530-9B04-4A18-9DC6-ED44FD6F6D95}" type="presOf" srcId="{DB7C039D-4D1B-45AF-AF72-2A2858BA1378}" destId="{77ACF3FB-B341-4CC6-AB7D-2AB92506E750}" srcOrd="0" destOrd="0" presId="urn:microsoft.com/office/officeart/2005/8/layout/hProcess4"/>
    <dgm:cxn modelId="{6C901036-742A-493C-A530-BBB2CB6972A5}" type="presOf" srcId="{BB60C22A-7655-475F-AF7C-5D6981C9138A}" destId="{BFC55B25-63C7-44D3-8718-A71DA7053AA8}" srcOrd="0" destOrd="0" presId="urn:microsoft.com/office/officeart/2005/8/layout/hProcess4"/>
    <dgm:cxn modelId="{A037EBB7-EBBB-4D0B-80EB-AC52E71429FE}" srcId="{1E017291-E407-4AC2-9F27-1CC94E019049}" destId="{3DDF9704-054C-4507-A6E3-44D8BF82553B}" srcOrd="2" destOrd="0" parTransId="{B77394AB-CCF1-4A1D-A45B-ECBF0F4326CE}" sibTransId="{26C315E4-BF8C-4DF2-804E-5D353311CAF4}"/>
    <dgm:cxn modelId="{2EC8E05B-C306-4AB8-BD02-207A888E9C25}" type="presOf" srcId="{E519D517-3657-4C48-9330-46BBA0F4D36B}" destId="{A1B68AA9-7EAB-482D-8C64-1B1F8F7F6B82}" srcOrd="1" destOrd="0" presId="urn:microsoft.com/office/officeart/2005/8/layout/hProcess4"/>
    <dgm:cxn modelId="{7C7A4419-0D51-4929-A054-F7B60D4C308B}" type="presOf" srcId="{62A6B0B8-E120-4D27-90C4-BFD0C1024AAC}" destId="{56DC20A7-46E7-4978-8DD1-99088E814BA4}" srcOrd="0" destOrd="0" presId="urn:microsoft.com/office/officeart/2005/8/layout/hProcess4"/>
    <dgm:cxn modelId="{7D220111-AF98-4F67-9F9E-868094C99146}" type="presParOf" srcId="{B46D3A7D-55C3-4415-9802-67ACC6D189D8}" destId="{35C5140D-E12C-4DEB-9A39-55C78205410E}" srcOrd="0" destOrd="0" presId="urn:microsoft.com/office/officeart/2005/8/layout/hProcess4"/>
    <dgm:cxn modelId="{54CF7732-A05E-400F-B194-C54DD6D84A9C}" type="presParOf" srcId="{B46D3A7D-55C3-4415-9802-67ACC6D189D8}" destId="{9803BF8A-4D83-4CBB-80F3-4A1A843AA04D}" srcOrd="1" destOrd="0" presId="urn:microsoft.com/office/officeart/2005/8/layout/hProcess4"/>
    <dgm:cxn modelId="{BB549A5C-45F9-4DE1-A422-BA24EF5D3359}" type="presParOf" srcId="{B46D3A7D-55C3-4415-9802-67ACC6D189D8}" destId="{170E4FB6-A6BE-49C8-B275-9D34142E984B}" srcOrd="2" destOrd="0" presId="urn:microsoft.com/office/officeart/2005/8/layout/hProcess4"/>
    <dgm:cxn modelId="{2C4E7DEC-552A-4462-B40F-DAEA96176FF4}" type="presParOf" srcId="{170E4FB6-A6BE-49C8-B275-9D34142E984B}" destId="{5EAD85F8-98AF-4EF2-976A-37C3971EBEC5}" srcOrd="0" destOrd="0" presId="urn:microsoft.com/office/officeart/2005/8/layout/hProcess4"/>
    <dgm:cxn modelId="{AC2B951A-79F0-4165-A8B3-4CCD7D0971BA}" type="presParOf" srcId="{5EAD85F8-98AF-4EF2-976A-37C3971EBEC5}" destId="{CDA98CC4-3AB6-4C0A-B418-54D6600E5C99}" srcOrd="0" destOrd="0" presId="urn:microsoft.com/office/officeart/2005/8/layout/hProcess4"/>
    <dgm:cxn modelId="{BAFBD377-74A8-4D15-A45E-029B87B56881}" type="presParOf" srcId="{5EAD85F8-98AF-4EF2-976A-37C3971EBEC5}" destId="{BFC55B25-63C7-44D3-8718-A71DA7053AA8}" srcOrd="1" destOrd="0" presId="urn:microsoft.com/office/officeart/2005/8/layout/hProcess4"/>
    <dgm:cxn modelId="{EB57AB04-11B2-4FA1-AF22-01F983796E11}" type="presParOf" srcId="{5EAD85F8-98AF-4EF2-976A-37C3971EBEC5}" destId="{D91462F0-4E95-4E29-A8C6-D884D35F7C6D}" srcOrd="2" destOrd="0" presId="urn:microsoft.com/office/officeart/2005/8/layout/hProcess4"/>
    <dgm:cxn modelId="{7E81B9BB-813E-426E-951F-4A48493542BD}" type="presParOf" srcId="{5EAD85F8-98AF-4EF2-976A-37C3971EBEC5}" destId="{0A5FF926-74D0-4B1D-BD89-7E58E497AF72}" srcOrd="3" destOrd="0" presId="urn:microsoft.com/office/officeart/2005/8/layout/hProcess4"/>
    <dgm:cxn modelId="{279FF072-58EA-4E2C-A37C-B8895DF7F5EE}" type="presParOf" srcId="{5EAD85F8-98AF-4EF2-976A-37C3971EBEC5}" destId="{B87D5A65-20F9-4700-9F6C-8052CA820BC9}" srcOrd="4" destOrd="0" presId="urn:microsoft.com/office/officeart/2005/8/layout/hProcess4"/>
    <dgm:cxn modelId="{F83FAA58-D572-4042-AC52-CDF01E6308AF}" type="presParOf" srcId="{170E4FB6-A6BE-49C8-B275-9D34142E984B}" destId="{56DC20A7-46E7-4978-8DD1-99088E814BA4}" srcOrd="1" destOrd="0" presId="urn:microsoft.com/office/officeart/2005/8/layout/hProcess4"/>
    <dgm:cxn modelId="{B853ADAB-E21F-407F-8CA2-EFAB0E178A7C}" type="presParOf" srcId="{170E4FB6-A6BE-49C8-B275-9D34142E984B}" destId="{06736BBF-27D2-455C-B455-4A36EBE3E691}" srcOrd="2" destOrd="0" presId="urn:microsoft.com/office/officeart/2005/8/layout/hProcess4"/>
    <dgm:cxn modelId="{0E320301-7C9A-4EC0-8AAC-4080E739ACCE}" type="presParOf" srcId="{06736BBF-27D2-455C-B455-4A36EBE3E691}" destId="{0302C6EA-47A1-452D-BCF9-5CF92876851A}" srcOrd="0" destOrd="0" presId="urn:microsoft.com/office/officeart/2005/8/layout/hProcess4"/>
    <dgm:cxn modelId="{31443B10-BD1E-4D45-B31E-67E2A0B9DE28}" type="presParOf" srcId="{06736BBF-27D2-455C-B455-4A36EBE3E691}" destId="{77ACF3FB-B341-4CC6-AB7D-2AB92506E750}" srcOrd="1" destOrd="0" presId="urn:microsoft.com/office/officeart/2005/8/layout/hProcess4"/>
    <dgm:cxn modelId="{94EA5B05-0319-4130-9F2B-D0E6A4CF5E73}" type="presParOf" srcId="{06736BBF-27D2-455C-B455-4A36EBE3E691}" destId="{42E5F7AE-2AF0-4E09-93CE-F2AA4F74E4FE}" srcOrd="2" destOrd="0" presId="urn:microsoft.com/office/officeart/2005/8/layout/hProcess4"/>
    <dgm:cxn modelId="{63D0E2F5-E571-4149-87CE-DA9E70AAC237}" type="presParOf" srcId="{06736BBF-27D2-455C-B455-4A36EBE3E691}" destId="{FE2277E1-28FE-4E80-AD24-997037186869}" srcOrd="3" destOrd="0" presId="urn:microsoft.com/office/officeart/2005/8/layout/hProcess4"/>
    <dgm:cxn modelId="{36D8EC32-1C64-4FBE-BCEC-46DFC6FBE2EE}" type="presParOf" srcId="{06736BBF-27D2-455C-B455-4A36EBE3E691}" destId="{1736046E-4A0C-4262-AFE1-9884FEEC101E}" srcOrd="4" destOrd="0" presId="urn:microsoft.com/office/officeart/2005/8/layout/hProcess4"/>
    <dgm:cxn modelId="{A5DCD319-EDCC-49DD-AAAE-FAA157760DBE}" type="presParOf" srcId="{170E4FB6-A6BE-49C8-B275-9D34142E984B}" destId="{B71FAB46-21C4-4CB7-98BA-1BA7B6AFE6EF}" srcOrd="3" destOrd="0" presId="urn:microsoft.com/office/officeart/2005/8/layout/hProcess4"/>
    <dgm:cxn modelId="{E0834C71-A8F6-4810-BACB-12BAF419ACE8}" type="presParOf" srcId="{170E4FB6-A6BE-49C8-B275-9D34142E984B}" destId="{6D09502E-2B3D-45BE-967A-718C1E2579B5}" srcOrd="4" destOrd="0" presId="urn:microsoft.com/office/officeart/2005/8/layout/hProcess4"/>
    <dgm:cxn modelId="{D74C40A9-4695-4D6A-940E-030ED52218BC}" type="presParOf" srcId="{6D09502E-2B3D-45BE-967A-718C1E2579B5}" destId="{9B4D97A3-CE9A-4C4E-BFC7-F38407341AE9}" srcOrd="0" destOrd="0" presId="urn:microsoft.com/office/officeart/2005/8/layout/hProcess4"/>
    <dgm:cxn modelId="{07C301D2-3650-4312-B1F9-58C3F09BA4B9}" type="presParOf" srcId="{6D09502E-2B3D-45BE-967A-718C1E2579B5}" destId="{1B40A9E9-D7F2-402F-8E0F-6AD72AF164BB}" srcOrd="1" destOrd="0" presId="urn:microsoft.com/office/officeart/2005/8/layout/hProcess4"/>
    <dgm:cxn modelId="{3790D2A0-A024-4B26-BB9D-1ECA51B88637}" type="presParOf" srcId="{6D09502E-2B3D-45BE-967A-718C1E2579B5}" destId="{A1B68AA9-7EAB-482D-8C64-1B1F8F7F6B82}" srcOrd="2" destOrd="0" presId="urn:microsoft.com/office/officeart/2005/8/layout/hProcess4"/>
    <dgm:cxn modelId="{C290F9E7-1FBE-42C5-94EA-9F5C6BB88F32}" type="presParOf" srcId="{6D09502E-2B3D-45BE-967A-718C1E2579B5}" destId="{5B86AE84-C867-4CC9-87BB-F3EA47D46100}" srcOrd="3" destOrd="0" presId="urn:microsoft.com/office/officeart/2005/8/layout/hProcess4"/>
    <dgm:cxn modelId="{3BF0DF94-FDA1-4C4E-AE3A-6D5EA1C853D2}" type="presParOf" srcId="{6D09502E-2B3D-45BE-967A-718C1E2579B5}" destId="{F90146FD-86CE-421C-8302-19401CDE9BBD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D7730-2676-4CC5-B3EE-1418C8A75113}">
      <dsp:nvSpPr>
        <dsp:cNvPr id="0" name=""/>
        <dsp:cNvSpPr/>
      </dsp:nvSpPr>
      <dsp:spPr>
        <a:xfrm>
          <a:off x="840" y="1296618"/>
          <a:ext cx="1910071" cy="1574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0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Candidates submit resumes in various formats (PDF, DOCX, text) and recruiters provide job description text</a:t>
          </a:r>
          <a:r>
            <a:rPr lang="en-US" sz="1100" b="0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067" y="1332845"/>
        <a:ext cx="1837617" cy="1164426"/>
      </dsp:txXfrm>
    </dsp:sp>
    <dsp:sp modelId="{D9E27AEA-E528-40D3-B84B-8FBC5B0C0915}">
      <dsp:nvSpPr>
        <dsp:cNvPr id="0" name=""/>
        <dsp:cNvSpPr/>
      </dsp:nvSpPr>
      <dsp:spPr>
        <a:xfrm flipH="1">
          <a:off x="3308257" y="4144316"/>
          <a:ext cx="46263" cy="46263"/>
        </a:xfrm>
        <a:prstGeom prst="circularArrow">
          <a:avLst>
            <a:gd name="adj1" fmla="val 2684"/>
            <a:gd name="adj2" fmla="val 326639"/>
            <a:gd name="adj3" fmla="val 2424440"/>
            <a:gd name="adj4" fmla="val 9346779"/>
            <a:gd name="adj5" fmla="val 313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83F84-DAC3-46BD-8ED1-CD962D8BA405}">
      <dsp:nvSpPr>
        <dsp:cNvPr id="0" name=""/>
        <dsp:cNvSpPr/>
      </dsp:nvSpPr>
      <dsp:spPr>
        <a:xfrm>
          <a:off x="425300" y="2533840"/>
          <a:ext cx="1697841" cy="6751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1.Input Resume &amp; Job </a:t>
          </a:r>
          <a:r>
            <a:rPr lang="en-US" sz="1500" b="1" i="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Description</a:t>
          </a:r>
          <a:endParaRPr lang="en-US" sz="15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5075" y="2553615"/>
        <a:ext cx="1658291" cy="635625"/>
      </dsp:txXfrm>
    </dsp:sp>
    <dsp:sp modelId="{FD734CFA-2070-49F6-B523-59A08B344049}">
      <dsp:nvSpPr>
        <dsp:cNvPr id="0" name=""/>
        <dsp:cNvSpPr/>
      </dsp:nvSpPr>
      <dsp:spPr>
        <a:xfrm>
          <a:off x="2431535" y="1204618"/>
          <a:ext cx="1910071" cy="20705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0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Use NLP-powered Resume Extraction Agent to parse candidate details such as personal info, skills, experience, and education from the resume text</a:t>
          </a:r>
          <a:r>
            <a:rPr lang="en-US" sz="1100" b="0" i="0" kern="1200" dirty="0" smtClean="0"/>
            <a:t>.</a:t>
          </a:r>
          <a:endParaRPr lang="en-US" sz="1100" kern="1200" dirty="0"/>
        </a:p>
      </dsp:txBody>
      <dsp:txXfrm>
        <a:off x="2479184" y="1695955"/>
        <a:ext cx="1814773" cy="1531558"/>
      </dsp:txXfrm>
    </dsp:sp>
    <dsp:sp modelId="{97A9FA89-FC8E-4D66-9243-981725396069}">
      <dsp:nvSpPr>
        <dsp:cNvPr id="0" name=""/>
        <dsp:cNvSpPr/>
      </dsp:nvSpPr>
      <dsp:spPr>
        <a:xfrm flipH="1" flipV="1">
          <a:off x="6877695" y="1793780"/>
          <a:ext cx="46579" cy="72728"/>
        </a:xfrm>
        <a:prstGeom prst="leftCircularArrow">
          <a:avLst>
            <a:gd name="adj1" fmla="val 2463"/>
            <a:gd name="adj2" fmla="val 298206"/>
            <a:gd name="adj3" fmla="val 19529537"/>
            <a:gd name="adj4" fmla="val 12578764"/>
            <a:gd name="adj5" fmla="val 287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C303B-24C2-4217-8F04-0E6886D968C9}">
      <dsp:nvSpPr>
        <dsp:cNvPr id="0" name=""/>
        <dsp:cNvSpPr/>
      </dsp:nvSpPr>
      <dsp:spPr>
        <a:xfrm>
          <a:off x="2813802" y="956663"/>
          <a:ext cx="1697841" cy="6751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2.Resume Extraction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33577" y="976438"/>
        <a:ext cx="1658291" cy="635625"/>
      </dsp:txXfrm>
    </dsp:sp>
    <dsp:sp modelId="{FEB4E268-7202-4248-A541-59C5918FBAAB}">
      <dsp:nvSpPr>
        <dsp:cNvPr id="0" name=""/>
        <dsp:cNvSpPr/>
      </dsp:nvSpPr>
      <dsp:spPr>
        <a:xfrm>
          <a:off x="4777843" y="1296019"/>
          <a:ext cx="1910071" cy="1575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0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Extract key job requirements (title, skills, responsibilities, qualifications) using a Job Description Extraction Agent.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814098" y="1332274"/>
        <a:ext cx="1837561" cy="1165311"/>
      </dsp:txXfrm>
    </dsp:sp>
    <dsp:sp modelId="{5920E80F-15BA-4AF0-8F61-312C39875A69}">
      <dsp:nvSpPr>
        <dsp:cNvPr id="0" name=""/>
        <dsp:cNvSpPr/>
      </dsp:nvSpPr>
      <dsp:spPr>
        <a:xfrm>
          <a:off x="5202303" y="2533840"/>
          <a:ext cx="1697841" cy="6751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3.Job Description Extraction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22078" y="2553615"/>
        <a:ext cx="1658291" cy="6356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C55B25-63C7-44D3-8718-A71DA7053AA8}">
      <dsp:nvSpPr>
        <dsp:cNvPr id="0" name=""/>
        <dsp:cNvSpPr/>
      </dsp:nvSpPr>
      <dsp:spPr>
        <a:xfrm>
          <a:off x="199685" y="748678"/>
          <a:ext cx="1789355" cy="147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0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Compare the parsed resume and job description info to calculate a fit score, identify skill matches and gaps, and generate overall recommendation</a:t>
          </a:r>
          <a:r>
            <a:rPr lang="en-US" sz="800" b="0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3648" y="782641"/>
        <a:ext cx="1721429" cy="1091665"/>
      </dsp:txXfrm>
    </dsp:sp>
    <dsp:sp modelId="{56DC20A7-46E7-4978-8DD1-99088E814BA4}">
      <dsp:nvSpPr>
        <dsp:cNvPr id="0" name=""/>
        <dsp:cNvSpPr/>
      </dsp:nvSpPr>
      <dsp:spPr>
        <a:xfrm>
          <a:off x="4909950" y="2963470"/>
          <a:ext cx="47249" cy="96913"/>
        </a:xfrm>
        <a:prstGeom prst="circularArrow">
          <a:avLst>
            <a:gd name="adj1" fmla="val 3587"/>
            <a:gd name="adj2" fmla="val 446046"/>
            <a:gd name="adj3" fmla="val 2221556"/>
            <a:gd name="adj4" fmla="val 9024489"/>
            <a:gd name="adj5" fmla="val 418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FF926-74D0-4B1D-BD89-7E58E497AF72}">
      <dsp:nvSpPr>
        <dsp:cNvPr id="0" name=""/>
        <dsp:cNvSpPr/>
      </dsp:nvSpPr>
      <dsp:spPr>
        <a:xfrm>
          <a:off x="587639" y="1927633"/>
          <a:ext cx="1590538" cy="6325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4.Candidate Evaluation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6164" y="1946158"/>
        <a:ext cx="1553488" cy="595454"/>
      </dsp:txXfrm>
    </dsp:sp>
    <dsp:sp modelId="{77ACF3FB-B341-4CC6-AB7D-2AB92506E750}">
      <dsp:nvSpPr>
        <dsp:cNvPr id="0" name=""/>
        <dsp:cNvSpPr/>
      </dsp:nvSpPr>
      <dsp:spPr>
        <a:xfrm>
          <a:off x="2530651" y="768041"/>
          <a:ext cx="1789355" cy="147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b="0" i="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FastAPI</a:t>
          </a:r>
          <a:r>
            <a:rPr lang="en-US" sz="1300" b="0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exposes the agents as RESTful endpoints handling inputs and returning structured JSON responses.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64614" y="1118256"/>
        <a:ext cx="1721429" cy="1091665"/>
      </dsp:txXfrm>
    </dsp:sp>
    <dsp:sp modelId="{B71FAB46-21C4-4CB7-98BA-1BA7B6AFE6EF}">
      <dsp:nvSpPr>
        <dsp:cNvPr id="0" name=""/>
        <dsp:cNvSpPr/>
      </dsp:nvSpPr>
      <dsp:spPr>
        <a:xfrm rot="3313125" flipH="1" flipV="1">
          <a:off x="3236777" y="-21658"/>
          <a:ext cx="52416" cy="43317"/>
        </a:xfrm>
        <a:prstGeom prst="leftCircularArrow">
          <a:avLst>
            <a:gd name="adj1" fmla="val 3230"/>
            <a:gd name="adj2" fmla="val 398144"/>
            <a:gd name="adj3" fmla="val 19426345"/>
            <a:gd name="adj4" fmla="val 12575511"/>
            <a:gd name="adj5" fmla="val 376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2277E1-28FE-4E80-AD24-997037186869}">
      <dsp:nvSpPr>
        <dsp:cNvPr id="0" name=""/>
        <dsp:cNvSpPr/>
      </dsp:nvSpPr>
      <dsp:spPr>
        <a:xfrm>
          <a:off x="2928286" y="451789"/>
          <a:ext cx="1590538" cy="6325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5.</a:t>
          </a:r>
          <a:r>
            <a:rPr lang="en-US" sz="1700" b="1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Backend API Integration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46811" y="470314"/>
        <a:ext cx="1553488" cy="595454"/>
      </dsp:txXfrm>
    </dsp:sp>
    <dsp:sp modelId="{1B40A9E9-D7F2-402F-8E0F-6AD72AF164BB}">
      <dsp:nvSpPr>
        <dsp:cNvPr id="0" name=""/>
        <dsp:cNvSpPr/>
      </dsp:nvSpPr>
      <dsp:spPr>
        <a:xfrm>
          <a:off x="4871298" y="768041"/>
          <a:ext cx="1789355" cy="147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0" i="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Streamlit</a:t>
          </a:r>
          <a:r>
            <a:rPr lang="en-US" sz="1200" b="0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UI allows recruiters to input texts, trigger extraction &amp; evaluation, and view results interactively for informed decision-making.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05261" y="802004"/>
        <a:ext cx="1721429" cy="1091665"/>
      </dsp:txXfrm>
    </dsp:sp>
    <dsp:sp modelId="{5B86AE84-C867-4CC9-87BB-F3EA47D46100}">
      <dsp:nvSpPr>
        <dsp:cNvPr id="0" name=""/>
        <dsp:cNvSpPr/>
      </dsp:nvSpPr>
      <dsp:spPr>
        <a:xfrm>
          <a:off x="5435032" y="1990346"/>
          <a:ext cx="1590538" cy="6325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6.</a:t>
          </a:r>
          <a:r>
            <a:rPr lang="en-US" sz="1700" b="1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Frontend Interaction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53557" y="2008871"/>
        <a:ext cx="1553488" cy="595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11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29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4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7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2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64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50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59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0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78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A1D1DB5-5AD0-4A9E-BA94-B4AB9BA89E9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8AA7A6C2-914C-4098-9C0C-431B4164A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675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 and Candidate Ranking for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                                                    By: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                                     Mr. S. THARUN KUMAR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8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4176"/>
            <a:ext cx="10986999" cy="1508760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Agenda: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&amp;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IEEE Reference Paper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Workflow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with code snippets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0610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4176"/>
            <a:ext cx="10986999" cy="150876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extraction of key candidate details from unstructured resume documents for efficient processing.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AI-powered natural language understanding to parse job descriptions into structured criteria.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evaluation system that ranks candidates based on how well their profiles match job requirements.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effort, bias, and errors commonly found in traditional recruitment screening.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recruiters with fast, accurate, and actionable insights to streamline hiring decisions.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scalable, modular platform that integrates local large language models for privacy and cost-effective AI inference.</a:t>
            </a:r>
          </a:p>
        </p:txBody>
      </p:sp>
    </p:spTree>
    <p:extLst>
      <p:ext uri="{BB962C8B-B14F-4D97-AF65-F5344CB8AC3E}">
        <p14:creationId xmlns:p14="http://schemas.microsoft.com/office/powerpoint/2010/main" val="242159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7622"/>
            <a:ext cx="9806876" cy="15087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reference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2003864"/>
            <a:ext cx="9784080" cy="420624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K. Sharma, A. K. Singh, and P. K. Gupta, "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Resume Parsing and Ranking System through Natural Language Processing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 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IEEE International Conference on Artificial Intelligence and Data Analytics (CAIDA)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New Delhi, India, 2023, pp. 123-128,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10.1109/CAIDA56789.2023.123456.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Patel and M. Desai, "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Resume Screening Using Large Language Models for Recruitment Automation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 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Emerging Topics in Computational Intelligence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1, pp. 45-53, Feb. 2024,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10.1109/TETCI.2024.3456789.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Zhang, Y. Wang, and H. Zhou, "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Candidate Ranking Framework Based on Semantic Matching of Resumes and Job Descriptions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 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2024 IEEE International Conference on Big Data (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BigData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San Francisco, CA, USA, 2024, pp. 789-796,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10.1109/BigData2024.2024.7890123.</a:t>
            </a:r>
          </a:p>
        </p:txBody>
      </p:sp>
    </p:spTree>
    <p:extLst>
      <p:ext uri="{BB962C8B-B14F-4D97-AF65-F5344CB8AC3E}">
        <p14:creationId xmlns:p14="http://schemas.microsoft.com/office/powerpoint/2010/main" val="228390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4176"/>
            <a:ext cx="10986999" cy="15087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185" y="2011680"/>
            <a:ext cx="10486814" cy="4206240"/>
          </a:xfrm>
        </p:spPr>
        <p:txBody>
          <a:bodyPr/>
          <a:lstStyle/>
          <a:p>
            <a:r>
              <a:rPr lang="en-US" b="1" dirty="0" smtClean="0"/>
              <a:t>Python</a:t>
            </a:r>
            <a:r>
              <a:rPr lang="en-US" b="1" dirty="0"/>
              <a:t> </a:t>
            </a:r>
            <a:r>
              <a:rPr lang="en-US" b="1" dirty="0" smtClean="0"/>
              <a:t>-</a:t>
            </a:r>
            <a:r>
              <a:rPr lang="en-US" dirty="0"/>
              <a:t> Versatile, rich AI/ML ecosystem, strong web frameworks support.</a:t>
            </a:r>
          </a:p>
          <a:p>
            <a:r>
              <a:rPr lang="en-US" b="1" dirty="0" err="1" smtClean="0"/>
              <a:t>FastAPI</a:t>
            </a:r>
            <a:r>
              <a:rPr lang="en-US" b="1" dirty="0" smtClean="0"/>
              <a:t> - </a:t>
            </a:r>
            <a:r>
              <a:rPr lang="en-US" dirty="0" smtClean="0"/>
              <a:t>Lightweight</a:t>
            </a:r>
            <a:r>
              <a:rPr lang="en-US" dirty="0"/>
              <a:t>, asynchronous, fast to develop APIs.</a:t>
            </a:r>
          </a:p>
          <a:p>
            <a:r>
              <a:rPr lang="en-US" b="1" dirty="0" err="1" smtClean="0"/>
              <a:t>Streamlit</a:t>
            </a:r>
            <a:r>
              <a:rPr lang="en-US" b="1" dirty="0"/>
              <a:t> </a:t>
            </a:r>
            <a:r>
              <a:rPr lang="en-US" b="1" dirty="0" smtClean="0"/>
              <a:t>- </a:t>
            </a:r>
            <a:r>
              <a:rPr lang="en-US" dirty="0"/>
              <a:t> Easiest for quick interactive web UIs with Python.</a:t>
            </a:r>
          </a:p>
          <a:p>
            <a:r>
              <a:rPr lang="en-US" b="1" dirty="0" err="1" smtClean="0"/>
              <a:t>Ollama</a:t>
            </a:r>
            <a:r>
              <a:rPr lang="en-US" b="1" dirty="0" smtClean="0"/>
              <a:t> </a:t>
            </a:r>
            <a:r>
              <a:rPr lang="en-US" b="1" dirty="0"/>
              <a:t>and </a:t>
            </a:r>
            <a:r>
              <a:rPr lang="en-US" b="1" dirty="0" smtClean="0"/>
              <a:t>Mistral/llama2 -</a:t>
            </a:r>
            <a:r>
              <a:rPr lang="en-US" dirty="0"/>
              <a:t> Enable local inference privacy and cost saving, no API limits, powerful semantic understanding.</a:t>
            </a:r>
          </a:p>
          <a:p>
            <a:r>
              <a:rPr lang="en-US" b="1" dirty="0"/>
              <a:t>Requests &amp; NLP </a:t>
            </a:r>
            <a:r>
              <a:rPr lang="en-US" b="1" dirty="0" smtClean="0"/>
              <a:t>tools - </a:t>
            </a:r>
            <a:r>
              <a:rPr lang="en-US" dirty="0" smtClean="0"/>
              <a:t>To </a:t>
            </a:r>
            <a:r>
              <a:rPr lang="en-US" dirty="0"/>
              <a:t>communicate APIs efficiently and perform text analysis.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506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1015" y="284176"/>
            <a:ext cx="11198014" cy="15087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Methodology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77" y="1946031"/>
            <a:ext cx="9065846" cy="4775200"/>
          </a:xfrm>
        </p:spPr>
      </p:pic>
    </p:spTree>
    <p:extLst>
      <p:ext uri="{BB962C8B-B14F-4D97-AF65-F5344CB8AC3E}">
        <p14:creationId xmlns:p14="http://schemas.microsoft.com/office/powerpoint/2010/main" val="195702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4176"/>
            <a:ext cx="10986999" cy="1508760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003996"/>
              </p:ext>
            </p:extLst>
          </p:nvPr>
        </p:nvGraphicFramePr>
        <p:xfrm>
          <a:off x="2164862" y="895106"/>
          <a:ext cx="6900985" cy="4167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9" name="Diagram 28"/>
          <p:cNvGraphicFramePr/>
          <p:nvPr>
            <p:extLst>
              <p:ext uri="{D42A27DB-BD31-4B8C-83A1-F6EECF244321}">
                <p14:modId xmlns:p14="http://schemas.microsoft.com/office/powerpoint/2010/main" val="567213980"/>
              </p:ext>
            </p:extLst>
          </p:nvPr>
        </p:nvGraphicFramePr>
        <p:xfrm>
          <a:off x="2164862" y="3912503"/>
          <a:ext cx="7049476" cy="3011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3612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4176"/>
            <a:ext cx="10986999" cy="15087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with Code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Snippets: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23631" y="2135841"/>
            <a:ext cx="11324493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backend API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routes requests from the frontend to AI agent functions.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agent creates a prompt tailored to extract information from the resume or job description.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prompt is sent as a POST request to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Ollama's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local LLM serving endpoint.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response from the model is returned as structured JSON to the frontend.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formats and displays the results to end users interactively.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29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4176"/>
            <a:ext cx="10986999" cy="15087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Code Snippets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471" y="1998982"/>
            <a:ext cx="1344896" cy="418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3138" y="2400301"/>
            <a:ext cx="479864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app.post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("/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extract_resume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extract_resume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(request: Request):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 = await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request.json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resume_text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data.get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resume_text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extracted_info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extract_resume_info_llama2(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resume_text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{"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extracted_info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extracted_info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05169" y="4680655"/>
            <a:ext cx="16724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30471" y="3750975"/>
            <a:ext cx="2118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Agent’s LLM 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Call: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7293" y="4265157"/>
            <a:ext cx="454073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requests</a:t>
            </a:r>
          </a:p>
          <a:p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extract_resume_info_llama2(text):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prompt =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f"Extract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candidate details from this resume text in JSON: {text}"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response =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requests.post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"http://localhost:11434/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/generate",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={"model": "llama2", "prompt": prompt, "stream": False},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timeout=60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response.json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result.get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("response", '{"error": "No response from model"}')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4154" y="2076282"/>
            <a:ext cx="3068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API Call: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7017" y="2728960"/>
            <a:ext cx="6096000" cy="18774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requests.post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("http://127.0.0.1:8000/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extract_resume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resume_text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resume_text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response.ok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response.json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st.json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data.get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extracted_info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{}))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st.error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("Failed to extract resume details")</a:t>
            </a:r>
          </a:p>
        </p:txBody>
      </p:sp>
    </p:spTree>
    <p:extLst>
      <p:ext uri="{BB962C8B-B14F-4D97-AF65-F5344CB8AC3E}">
        <p14:creationId xmlns:p14="http://schemas.microsoft.com/office/powerpoint/2010/main" val="261519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9" y="284176"/>
            <a:ext cx="10932290" cy="15087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9" y="2407139"/>
            <a:ext cx="5759938" cy="3280658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876" y="2407139"/>
            <a:ext cx="6205415" cy="328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691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4176"/>
            <a:ext cx="10986999" cy="15087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23" y="1972602"/>
            <a:ext cx="11902830" cy="4631397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Multi-format Parsing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Expand support to more document types (e.g., image-based resumes using OCR, video CV parsing).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Multi-lingual Capabilities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Integrate models to handle resumes and job descriptions in multiple languages, enabling global talent acquisition.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Skill &amp; Context Understanding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improved LLMs to better capture context, soft skills, and implied experience, not just explicit keywords.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Reduction and Fairness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 anonymization and fairness modules to further reduce unconscious biases in candidate screening.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and Insights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 features like candidate success prediction, cultural fit analysis, or attrition risk for deeper recruiter insights.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Tighter Integration with ATS/HR Systems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Connect directly with popular Applicant Tracking Systems (ATS) for a seamless end-to-end workflow.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Model Improvement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Utilize user feedback and active learning to retrain the AI agents, improving accuracy over time.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and Bulk Processing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Scale the backend to support bulk resume uploads and real-time recommendations for high-volume recruitment.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&amp; Data Privacy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 the system adapts to new data privacy laws (GDPR, CCPA, etc.) and handles sensitive candidate data securely.</a:t>
            </a:r>
          </a:p>
        </p:txBody>
      </p:sp>
    </p:spTree>
    <p:extLst>
      <p:ext uri="{BB962C8B-B14F-4D97-AF65-F5344CB8AC3E}">
        <p14:creationId xmlns:p14="http://schemas.microsoft.com/office/powerpoint/2010/main" val="941191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4176"/>
            <a:ext cx="10986999" cy="1508760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88234"/>
            <a:ext cx="9784080" cy="420624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 and candidate ranking significantly reduces manual recruitment time and enhances precision in shortlisting the right talent.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local LLMs like Mistral ensures privacy, cost efficiency, and powerful contextual understanding beyond keyword matching.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modular, API-driven architecture enables scalable deployment and easy integration with existing HR systems.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candidate evaluation eliminates unconscious bias, promoting fairer and more objective hiring decisions.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can include multi-format resume parsing, multilingual support, advanced predictive analytics, and tighter ATS integration.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the practical application of NLP and AI technologies in transforming recruitment workflows for modern enterprises.</a:t>
            </a:r>
          </a:p>
        </p:txBody>
      </p:sp>
    </p:spTree>
    <p:extLst>
      <p:ext uri="{BB962C8B-B14F-4D97-AF65-F5344CB8AC3E}">
        <p14:creationId xmlns:p14="http://schemas.microsoft.com/office/powerpoint/2010/main" val="2946367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158</TotalTime>
  <Words>1106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Times New Roman</vt:lpstr>
      <vt:lpstr>Wingdings</vt:lpstr>
      <vt:lpstr>Banded</vt:lpstr>
      <vt:lpstr>Resume Parsing and Candidate Ranking for Recruiters</vt:lpstr>
      <vt:lpstr>Agenda:</vt:lpstr>
      <vt:lpstr>OBJECTIVE:</vt:lpstr>
      <vt:lpstr>IEEE reference papers:</vt:lpstr>
      <vt:lpstr>Tools &amp; Technologies:</vt:lpstr>
      <vt:lpstr>  Methodology / Workflow:</vt:lpstr>
      <vt:lpstr>Methodology :</vt:lpstr>
      <vt:lpstr>Implementation with Code Snippets:</vt:lpstr>
      <vt:lpstr>Sample Code Snippets to Include:</vt:lpstr>
      <vt:lpstr>Output Screenshots:</vt:lpstr>
      <vt:lpstr>Future Scope: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Parsing and Candidate Ranking for Recruiters.</dc:title>
  <dc:creator>Administrator</dc:creator>
  <cp:lastModifiedBy>Administrator</cp:lastModifiedBy>
  <cp:revision>15</cp:revision>
  <dcterms:created xsi:type="dcterms:W3CDTF">2025-11-09T15:19:34Z</dcterms:created>
  <dcterms:modified xsi:type="dcterms:W3CDTF">2025-11-10T11:37:07Z</dcterms:modified>
</cp:coreProperties>
</file>